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D'AVANCEMENT · DIRECTEUR DE THÈSE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Attaques d'extraction &amp; défenses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réseaux profonds au-delà de ReLU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· positionnement · contributions · feuille de route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Tidiane · 2026 · article fondateur : Canales-Martínez &amp; Santos (eprint 2025/1118)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Sujet &amp; objectif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les paramètres d'un DNN en boîte noire — et concevoir des défenses — lorsque l'activation n'est PAS ReLU, dans le cadre réaliste hard-label.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657600"/>
            <a:ext cx="82296" cy="21945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Au-delà de ReLU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par morceaux non standard + activations lisses (GELU, sigmoïde…).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36576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3657600"/>
            <a:ext cx="82296" cy="21945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Hard-label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4389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ne voit que l'étiquette finale — pas les logits.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3657600"/>
            <a:ext cx="3474720" cy="2194560"/>
          </a:xfrm>
          <a:prstGeom prst="roundRect">
            <a:avLst>
              <a:gd name="adj" fmla="val 375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3657600"/>
            <a:ext cx="82296" cy="21945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Défenses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4389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quasi vierge : une seule défense publiée à ce jour.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carte des trous : Setting × Activation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2286000"/>
                <a:gridCol w="228600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PReLU / Leaky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 / HardTanh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Lisses (GELU…)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Raw-output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 ++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22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Défenses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papier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lignes « hard-label » et « défenses » hors ReLU sont quasi vides : c'est là que se trouvent mes contributions.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LITTÉRATURE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État de l'art (18 articles fichés)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57400"/>
            <a:ext cx="82296" cy="9144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Raw-output / ReLU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97680" y="21488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Carlini 2020 · Canales-Martínez 2024 · Foerster 2024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081528"/>
            <a:ext cx="82296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7296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Hard-label / ReLU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297680" y="3172968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2024 · Carlini 2025 · Canales &amp; Santos 2025 · Ito 2025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05656"/>
            <a:ext cx="82296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9709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Au-delà de ReLU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97680" y="419709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 2026 · NTU 2026 · PReLU 2025  (tous raw-output)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5129784"/>
            <a:ext cx="82296" cy="9144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2122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Défenses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297680" y="522122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Kurian &amp; Aysu 2025 — « Train to Defend » (unique)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Bibliographie complète, fichée et résumée, dans cahier_de_these/articles/.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attaques et défenses se transforment-elles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 on quitte ReLU, en hard-label 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3200400"/>
            <a:ext cx="548640" cy="54864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310896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l'extraction hard-label aux activations par morceaux non-ReLU, puis lisses 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416052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L'activation facilite-t-elle ou entrave-t-elle l'extraction ? (taxonomie théorie + mesure)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972800" cy="914400"/>
          </a:xfrm>
          <a:prstGeom prst="roundRect">
            <a:avLst>
              <a:gd name="adj" fmla="val 9000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5303520"/>
            <a:ext cx="548640" cy="548640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5212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défenses ReLU résistent-elles hors ReLU ? Peut-on en concevoir de spécifiques 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Hard-label au-delà de ReLU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406640" cy="3840480"/>
          </a:xfrm>
          <a:prstGeom prst="roundRect">
            <a:avLst>
              <a:gd name="adj" fmla="val 214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hard-label pour PReLU / Leaky / ELU (coude ≠ 0, estimer α, fuite de signe).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approche pour activations lisses : courbure de la frontière de décision.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verrou technique central de la thèse — la contribution la plus neuve.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38160" y="20574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2743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EUROCRYPT / ToSC · soumission mois 22-24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4297680"/>
            <a:ext cx="146304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article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Défenses au-delà de ReLU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406640" cy="3840480"/>
          </a:xfrm>
          <a:prstGeom prst="roundRect">
            <a:avLst>
              <a:gd name="adj" fmla="val 214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Train to Defend » tient-elle hors ReLU ? (PReLU, GELU) — étude empirique.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défense pour le cas lisse : aplatir / égaliser la courbure des frontières.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adaptative contre ma propre défense → crédibilité.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38160" y="20574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2743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NeurIPS / IEEE S&amp;P · soumission mois 28-31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4297680"/>
            <a:ext cx="1463040" cy="2743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article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Taxonomie &amp; honnêteté des bornes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7406640" cy="3840480"/>
          </a:xfrm>
          <a:prstGeom prst="roundRect">
            <a:avLst>
              <a:gd name="adj" fmla="val 214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6858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 des activations reliée à un coût d'extraction MESURÉ.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complexité (façon Ito 2025) : requêtes réelles vs profondeur.</a:t>
            </a:r>
            <a:endParaRPr lang="en-US" sz="1650" dirty="0"/>
          </a:p>
          <a:p>
            <a:pPr marL="342900" indent="-3429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la précision numérique des attaques lisses.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138160" y="20574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1E2D4D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274320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ToSC / journal · rédaction mois 31-33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4297680"/>
            <a:ext cx="146304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4434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1 article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 publication : 3 articles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cible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354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606040"/>
            <a:ext cx="82296" cy="8686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70632"/>
            <a:ext cx="530352" cy="530352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706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Hard-Label Beyond ReLU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EUROCRYPT / ToSC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0" y="26060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M22-24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611880"/>
            <a:ext cx="82296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76472"/>
            <a:ext cx="530352" cy="530352"/>
          </a:xfrm>
          <a:prstGeom prst="ellipse">
            <a:avLst/>
          </a:prstGeom>
          <a:solidFill>
            <a:srgbClr val="0F1A30"/>
          </a:solidFill>
          <a:ln w="254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76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Defending Non-ReLU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852160" y="3611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/ S&amp;P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525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M28-31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617720"/>
            <a:ext cx="82296" cy="868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782312"/>
            <a:ext cx="530352" cy="530352"/>
          </a:xfrm>
          <a:prstGeom prst="ellipse">
            <a:avLst/>
          </a:prstGeom>
          <a:solidFill>
            <a:srgbClr val="0F1A30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823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4617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for Extraction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85216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ToSC / journal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052560" y="4617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M31-33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sorties secondaires possibles : fingerprinting d'activation, banc d'essai open-source.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Feuille de route sur 3 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4023360"/>
          </a:xfrm>
          <a:prstGeom prst="roundRect">
            <a:avLst>
              <a:gd name="adj" fmla="val 2368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3474720" cy="6400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 &amp; reproduction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DNN + environnement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signature &amp; signe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hard-label + couche de sortie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la défense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4023360"/>
          </a:xfrm>
          <a:prstGeom prst="roundRect">
            <a:avLst>
              <a:gd name="adj" fmla="val 2368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2011680"/>
            <a:ext cx="3474720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32461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 PReLU/ELU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Hard-label activations lisses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 + complexité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Article 1 soumis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4023360"/>
          </a:xfrm>
          <a:prstGeom prst="roundRect">
            <a:avLst>
              <a:gd name="adj" fmla="val 2368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2011680"/>
            <a:ext cx="3474720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848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53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Défenses &amp; rédaction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hors ReLU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cas lisse + attaque adaptative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/ précision numérique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Articles 2-3 + manuscrit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est déjà en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82296" cy="1737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Cahier de thèse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1635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articles fichés, index, plan, idées (B1-B13).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103120"/>
            <a:ext cx="82296" cy="1737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 DNN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81635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débutant complet + glossaire FR/EN.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23360"/>
            <a:ext cx="82296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TP exécutés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7365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|cos|=1, frontière 1e-13, 9/9 activations.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4023360"/>
            <a:ext cx="82296" cy="17373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Défense reproduite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7365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similarité : 5/5 → 3/5 neurones séparés.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 &amp; mitigations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0312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lisse trop dur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2249424"/>
            <a:ext cx="0" cy="54864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2103120"/>
            <a:ext cx="6675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Replier sur le cas par morceaux + taxonomie comme contribution centrale.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06324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Reproductions longues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3209544"/>
            <a:ext cx="0" cy="54864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063240"/>
            <a:ext cx="6675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le code public (Foerster, Carlini) plutôt que repartir de zéro.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02336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 numérique (lisses)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0" y="4169664"/>
            <a:ext cx="0" cy="54864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023360"/>
            <a:ext cx="6675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/ précision arbitraire, petits réseaux d'abord.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841248"/>
          </a:xfrm>
          <a:prstGeom prst="roundRect">
            <a:avLst>
              <a:gd name="adj" fmla="val 9783"/>
            </a:avLst>
          </a:prstGeom>
          <a:solidFill>
            <a:srgbClr val="16223C"/>
          </a:solidFill>
          <a:ln w="12700">
            <a:solidFill>
              <a:srgbClr val="27395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983480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contournable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0" y="5129784"/>
            <a:ext cx="0" cy="548640"/>
          </a:xfrm>
          <a:prstGeom prst="line">
            <a:avLst/>
          </a:prstGeom>
          <a:noFill/>
          <a:ln w="12700">
            <a:solidFill>
              <a:srgbClr val="273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4983480"/>
            <a:ext cx="6675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faire une force : publier l'attaque adaptative (course attaque-défense).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VALIDER ENSEMBLE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étapes &amp; décisions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Fixer le modèle de menace (oracle pur / + side-channel ? activation connue ?).</a:t>
            </a:r>
            <a:endParaRPr lang="en-US" sz="1800" dirty="0"/>
          </a:p>
          <a:p>
            <a:pPr indent="0" marL="0">
              <a:lnSpc>
                <a:spcPts val="28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Valider l'ordre : attaque par morceaux d'abord, lisse ensuite.</a:t>
            </a:r>
            <a:endParaRPr lang="en-US" sz="1800" dirty="0"/>
          </a:p>
          <a:p>
            <a:pPr indent="0" marL="0">
              <a:lnSpc>
                <a:spcPts val="28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Cibler la 1re conférence (EUROCRYPT vs ToSC) pour l'Article 1.</a:t>
            </a:r>
            <a:endParaRPr lang="en-US" sz="1800" dirty="0"/>
          </a:p>
          <a:p>
            <a:pPr indent="0" marL="0">
              <a:lnSpc>
                <a:spcPts val="28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Démarrer la reproduction de l'article fondateur (couche de sortie, CIFAR-10).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41248" y="5486400"/>
            <a:ext cx="219456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— vos retours 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0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d'avancement de thèse</dc:title>
  <dc:subject>PptxGenJS Presentation</dc:subject>
  <dc:creator>Tidiane</dc:creator>
  <cp:lastModifiedBy>Tidiane</cp:lastModifiedBy>
  <cp:revision>1</cp:revision>
  <dcterms:created xsi:type="dcterms:W3CDTF">2026-06-18T05:51:34Z</dcterms:created>
  <dcterms:modified xsi:type="dcterms:W3CDTF">2026-06-18T05:51:34Z</dcterms:modified>
</cp:coreProperties>
</file>